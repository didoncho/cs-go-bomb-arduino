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58FC95-D8D0-4437-AFD3-C62BC0521B1D}" type="slidenum">
              <a: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en-US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612105F-A569-4A13-B5E3-D3B63FEE1362}" type="slidenum">
              <a: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8B9575-ABC6-48B9-96D0-8218499B5913}" type="slidenum">
              <a: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F2B439-DBC3-4E13-9AA4-E6FA60E87E59}" type="slidenum">
              <a: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7147F6-777F-4670-8CBA-4703B622A3B6}" type="slidenum">
              <a: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A75731-1DB3-4BEE-93EE-BE9D16A9D4E4}" type="slidenum">
              <a: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C9D79B7-BE0D-49B6-9037-0B942E825A56}" type="slidenum">
              <a: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7D0279C-0198-459A-8EA2-5BBAB4E77D91}" type="slidenum">
              <a: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0B890D-D85D-44D5-B506-7934C1410D98}" type="slidenum">
              <a: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0769330-5131-4DD3-826A-0D1D16175B70}" type="slidenum">
              <a: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99403CA-7B79-4F21-93F7-5AED8C7255AC}" type="slidenum">
              <a:rPr lang="bg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1434240"/>
            <a:ext cx="8520120" cy="136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1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bg" sz="367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Вградена система за бомбата от играта</a:t>
            </a:r>
            <a:endParaRPr lang="en-US" sz="3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bg" sz="367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Counter-Strike: Global Offensive</a:t>
            </a:r>
            <a:endParaRPr lang="en-US" sz="3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Автор: Диян Николов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21528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" sz="27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Въведение</a:t>
            </a:r>
            <a:endParaRPr lang="en-US" sz="2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11760" y="963360"/>
            <a:ext cx="8520120" cy="4179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30120" algn="just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bg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Настоящия проект представлява вградена система, симулираща бомбата от известната игра “Counter-Strike: Global Offensive”. Системата включва: Arduino Uno R3; Breadboard Small; 18 жички; 4 LED светлини (номера на pin-ове: 10, 11, 12, 13); 4 резистора; Keypad 4x4 (номера на pin-ове: 2, 3, 4, 5, 6, 7, 8, 9); 7-Segment Clock Display (номера на pin-ове: А4-SDA, А5-SCL).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just">
              <a:lnSpc>
                <a:spcPct val="115000"/>
              </a:lnSpc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 algn="just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bg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Keypad-ът се използва за въвеждане на кода за обезвреждане на бомбата. Кодът за обезвреждане е взет от играта и е “7355608”.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just">
              <a:lnSpc>
                <a:spcPct val="115000"/>
              </a:lnSpc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 algn="just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bg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7-Segment Clock Display-ът показва колко оставащо време има човека, който обезврежда бомбата. От старта до експлозията отнема 23 секунди, като това се показва като timer с големи червени числа.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66;p15"/>
          <p:cNvSpPr/>
          <p:nvPr/>
        </p:nvSpPr>
        <p:spPr>
          <a:xfrm>
            <a:off x="201600" y="375120"/>
            <a:ext cx="874044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bg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Симулацията изглежда по следния начин: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Google Shape;67;p15"/>
          <p:cNvPicPr/>
          <p:nvPr/>
        </p:nvPicPr>
        <p:blipFill>
          <a:blip r:embed="rId1"/>
          <a:stretch/>
        </p:blipFill>
        <p:spPr>
          <a:xfrm>
            <a:off x="1643040" y="1037160"/>
            <a:ext cx="5857560" cy="397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1789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" sz="2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Електрическа схема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Google Shape;73;p16"/>
          <p:cNvPicPr/>
          <p:nvPr/>
        </p:nvPicPr>
        <p:blipFill>
          <a:blip r:embed="rId1"/>
          <a:stretch/>
        </p:blipFill>
        <p:spPr>
          <a:xfrm>
            <a:off x="1871640" y="751320"/>
            <a:ext cx="5400000" cy="420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1789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" sz="2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Компонентна таблица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Google Shape;79;p17"/>
          <p:cNvPicPr/>
          <p:nvPr/>
        </p:nvPicPr>
        <p:blipFill>
          <a:blip r:embed="rId1"/>
          <a:stretch/>
        </p:blipFill>
        <p:spPr>
          <a:xfrm>
            <a:off x="237960" y="941400"/>
            <a:ext cx="8667360" cy="364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2394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" sz="2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Блокова схема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Google Shape;85;p18"/>
          <p:cNvPicPr/>
          <p:nvPr/>
        </p:nvPicPr>
        <p:blipFill>
          <a:blip r:embed="rId1"/>
          <a:stretch/>
        </p:blipFill>
        <p:spPr>
          <a:xfrm>
            <a:off x="817920" y="811800"/>
            <a:ext cx="7508160" cy="4095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263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" sz="2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Описание на функционалността [1/4]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311760" y="922680"/>
            <a:ext cx="83923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just">
              <a:lnSpc>
                <a:spcPct val="115000"/>
              </a:lnSpc>
              <a:buNone/>
              <a:tabLst>
                <a:tab pos="0" algn="l"/>
              </a:tabLst>
            </a:pP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Освен базовите методи на Ардуино: setup() и loop(), са използвани още 5 </a:t>
            </a: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метода за улеснение на работата – updateTimer(), checkKeypad() </a:t>
            </a: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updateBombTick(), allLedsOff(), triggerExplosion().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bg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Setup()</a:t>
            </a:r>
            <a:br>
              <a:rPr sz="2000"/>
            </a:b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Този метод задава стартирането на симулацията, като започва timer-a; </a:t>
            </a: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използва вградения метод pinMode(), за да зададе номерата на пиновете </a:t>
            </a: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на програмата и да ги сложи като output; Изкарва на Serial Monitor-a </a:t>
            </a: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текста “BOMB PLANTED! [7355608]”, като цифрите в скобите е правилния </a:t>
            </a: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код за обезвреждане на бомбата.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/>
          </p:nvPr>
        </p:nvSpPr>
        <p:spPr>
          <a:xfrm>
            <a:off x="311760" y="768600"/>
            <a:ext cx="85201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55680" algn="just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bg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Loop()</a:t>
            </a:r>
            <a:br>
              <a:rPr sz="2000"/>
            </a:b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Този метод се върти безкрайно, като проверява дали бомбата е обезвредена или експлодирала. Ако едното условие е правилно програмата спира. Ако нито едно не е правилно, симулацията продължава като изпълнява три метода: checkKeypad(), updateTimer(), updateBombTick().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 algn="just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bg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UpdateTimer()</a:t>
            </a:r>
            <a:br>
              <a:rPr sz="2000"/>
            </a:b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Този метод е много важен, за да може keypad-ът да работи постоянно и input-a да се приема. Той променя времето на 7-Segment Clock Display-а, като проверява след всяка секудна дали бомбата не е експлодирала, за да може да излязат 0 секунди. Ако ли не продължава да смята времето и да го изкарва в симулацията.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7;p20"/>
          <p:cNvSpPr/>
          <p:nvPr/>
        </p:nvSpPr>
        <p:spPr>
          <a:xfrm>
            <a:off x="311760" y="133200"/>
            <a:ext cx="825948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bg" sz="2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Описание на функционалността [2/4]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142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" sz="2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Описание на функционалността [3/4]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11760" y="974160"/>
            <a:ext cx="85201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marL="457200" indent="-355680" algn="just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bg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CheckKeypad()</a:t>
            </a:r>
            <a:br>
              <a:rPr sz="2000"/>
            </a:b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Този метод взима въведения символ от Keypad-a, като използва няколко проверки. Ако бутонът “*” е натиснат, изчиства вече написаният код и дава на обезвреждащия да въведе нов код. Ако бутонът “#” е натиснат, означава, че според обезвреждащия това е правилният код. Ако не е изписва този текст: "\nWRONG CODE!", а ако е правилен: "\nBOMB DEFUSED. Counter-Terrorists Win.".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 algn="just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bg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AllLedsOff()</a:t>
            </a:r>
            <a:br>
              <a:rPr sz="2000"/>
            </a:b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Чрез този метод всички LED светлини угасват. Използва се когато бомбата е обезвредена навреме.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just">
              <a:lnSpc>
                <a:spcPct val="115000"/>
              </a:lnSpc>
              <a:buNone/>
            </a:pPr>
            <a:br>
              <a:rPr sz="20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2271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" sz="2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Описание на функционалността [4/4]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11760" y="860400"/>
            <a:ext cx="8520120" cy="411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55680" algn="just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bg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UpdateBombTick()</a:t>
            </a:r>
            <a:br>
              <a:rPr sz="2000"/>
            </a:b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Този метод следи състоянието на LED светлините. Сверява с времето в timer-a, като всяка светлина е направена да премигва 14 пъти. След това се слага за постоянно в светнато състояние и започва премигването на следващата светлина. Ако всички светлини са светнати се извиква метода triggerExplosion().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 algn="just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bg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TriggerExplosion()</a:t>
            </a:r>
            <a:br>
              <a:rPr sz="2000"/>
            </a:b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Този метод помага при проверката в loop() метода. Използван е в метода  updateBombTick(). Чрез него се отпечатва следния текст в Serial Monitor-a: "\nBOOM! Terrorists Win.".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2131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" sz="2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Заключение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11760" y="901080"/>
            <a:ext cx="8520120" cy="366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just">
              <a:lnSpc>
                <a:spcPct val="115000"/>
              </a:lnSpc>
              <a:buNone/>
              <a:tabLst>
                <a:tab pos="0" algn="l"/>
              </a:tabLst>
            </a:pP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Разработената система представлява Arduino-базирана симулация на бомбата в “Counter-Strike: Global Offensive”, която използва клавиатура за вход, 7-сегментен дисплей за визуализация и светодиоди за индикация. Целта е реализиране на интерактивен таймер с възможност за обезвреждане чрез въвеждане на код.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Системата работи в непрекъснат цикъл с три основни процеса: обработка на keypad-a, обратно броене и LED индикация. При правилен код бомбата се обезврежда, а при грешен или изтичане на времето се задейства експлозия.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bg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Проектът използва неблокиращо програмиране чрез millis(), което позволява едновременна работа на всички функции. Това го прави подходящ пример за реалновремева вградена система.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228528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" sz="38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Благодаря за вниманието!</a:t>
            </a:r>
            <a:endParaRPr lang="en-US" sz="3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LibreOffice/26.2.0.3$Linux_X86_64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2026-04-26T10:15:35Z</dcterms:modified>
  <cp:revision>2</cp:revision>
  <dc:subject/>
  <dc:title/>
</cp:coreProperties>
</file>